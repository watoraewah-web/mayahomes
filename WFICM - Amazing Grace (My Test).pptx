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5375" y="552450"/>
            <a:ext cx="1000125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VERSE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1095375" y="887730"/>
            <a:ext cx="10001250" cy="54178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place I'd rather be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 here in Your love, here in Your love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Amazing Grace (My Test)</dc:title>
  <dc:subject>PptxGenJS Presentation</dc:subject>
  <dc:creator>Test</dc:creator>
  <cp:lastModifiedBy>Test</cp:lastModifiedBy>
  <cp:revision>1</cp:revision>
  <dcterms:created xsi:type="dcterms:W3CDTF">2026-09-08T13:11:17Z</dcterms:created>
  <dcterms:modified xsi:type="dcterms:W3CDTF">2026-09-08T13:11:17Z</dcterms:modified>
</cp:coreProperties>
</file>